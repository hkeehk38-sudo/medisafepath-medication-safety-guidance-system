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8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A0E6E8"/>
                </a:solidFill>
              </a:defRPr>
            </a:pPr>
            <a:r>
              <a:t>DEPI  |  DIGITAL EGYPT PIONEERS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MediCare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Clinic Management &amp; Appointment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3F2"/>
                </a:solidFill>
              </a:defRPr>
            </a:pPr>
            <a:r>
              <a:t>Project proposal • Requirements • Architecture •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2DCEE"/>
                </a:solidFill>
              </a:defRPr>
            </a:pPr>
            <a:r>
              <a:t>Team: [TEAM INPUT]   |   Track: [CONFIRM EXACT DEPI TRACK]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B70"/>
                </a:solidFill>
              </a:defRPr>
            </a:pPr>
            <a:r>
              <a:t>Business context derived from the supplied project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Phone/paper booking can create scheduling conflicts and missed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Doctor availability may be difficult for patients to see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Patient history can be scattered across paper files or disconnected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Clinic operations need consistent data for administration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One role-based web platform for patients, doctors and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Doctor search, availability, appointment booking and conflict prevention.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Protected visit records, medical documents and prescriptions.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Notifications plus an admin dashboard with core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Users and key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Patient — find doctors, book/manage appointments, view own records and prescriptions.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Doctor — manage availability, handle appointment requests, document visits and prescribe.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Admin — approve/manage doctors, patients, specializations, settings and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Reminder Scheduler — background processing for appointment reminders.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B70"/>
                </a:solidFill>
              </a:defRPr>
            </a:pPr>
            <a:r>
              <a:t>Proposed layered N-Tier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MediCare.Web — ASP.NET Core MVC, Razor views, ViewModels and SignalR hubs.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MediCare.Services — business rules, DTOs, validation, notifications and background worker.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MediCare.Data — EF Core entities, repositories, migrations and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MediCare.Tests — xUnit unit, integration and architecture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B70"/>
                </a:solidFill>
              </a:defRPr>
            </a:pPr>
            <a:r>
              <a:t>Confirm actual implementation and enabled integrations before final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ASP.NET Core MVC • Entity Framework Core • ASP.NET Core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SQL Server / Azure SQL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SignalR • SendGrid email • Twilio SMS if enabled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Bootstrap • FullCalendar • Chart.js • xUnit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Critical design decision: booking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Validate slot availability and clinic rules on the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Persist the booking through a transaction and database conflict safeguards.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Return a clear conflict response when another request has taken the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Run concurrent booking tests; target zero double bookings.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Security and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Role-based and resource-level authorization for sensitive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Medical documents stored privately and downloaded through authorized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HTTPS, antiforgery protection, input validation and auditability.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Do not log clinical content or commit secrets to the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B70"/>
                </a:solidFill>
              </a:defRPr>
            </a:pPr>
            <a:r>
              <a:t>All results must be updated with actual evidence; no tests are claimed as passed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Unit and integration tests for services, repositories and core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Security tests for cross-patient access, admin routes and private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Concurrency tests for appointment slot conflicts.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Notification retry tests and deployment smoke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Timeline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B70"/>
                </a:solidFill>
              </a:defRPr>
            </a:pPr>
            <a:r>
              <a:t>Recovery plan proposed on 20 October 2026; adjust to actual team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20–27 Oct: recover planning and finalize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By 6 Nov: complete system analysis and design artifacts.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By 30 Nov: implement source code and validate core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By 4 Dec: testing, bug reports, user manual, presentation and final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Initial prototype is not a certified medical device or legally certified e-prescribing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Future enhancements: payments/invoicing, insurance, waiting list and multi-clinic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Additional future work: FHIR export, staff MFA, malware scanning, advanced analytics and mobile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Final claims must match the delivered build and supervisor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F5A"/>
                </a:solidFill>
              </a:defRPr>
            </a:pPr>
            <a:r>
              <a:t>Final delivery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Complete proposal, plan, team roles, risk register and KPIs.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Finalize requirements, diagrams, schema and UI wireframes.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Build and test the solution; document defects and actual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Publish README, user manual, technical documentation and presentation to GitHub.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44200" cy="713232"/>
          </a:xfrm>
          <a:prstGeom prst="roundRect">
            <a:avLst/>
          </a:prstGeom>
          <a:solidFill>
            <a:srgbClr val="F3F6FB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Add live deployment URL only if deployed and smoke-tested.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44200" cy="713232"/>
          </a:xfrm>
          <a:prstGeom prst="roundRect">
            <a:avLst/>
          </a:prstGeom>
          <a:solidFill>
            <a:srgbClr val="FAFBFE"/>
          </a:solidFill>
          <a:ln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52160"/>
            <a:ext cx="10241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B70"/>
                </a:solidFill>
              </a:defRPr>
            </a:pPr>
            <a:r>
              <a:t>Generate DEPI infographic after confirming the exact track name.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